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AI-Augmented Software Development Lifecycle (SDLC) Engine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C8C8C8"/>
                </a:solidFill>
              </a:defRPr>
            </a:pPr>
            <a:r>
              <a:t>Automating Efficiency from Requirements to Production</a:t>
            </a:r>
          </a:p>
          <a:p/>
          <a:p>
            <a:r>
              <a:t>Presenter: [Your Name]</a:t>
            </a:r>
          </a:p>
          <a:p>
            <a:r>
              <a:t>Company: Prodapt (Internship 2026)</a:t>
            </a:r>
          </a:p>
        </p:txBody>
      </p:sp>
      <p:pic>
        <p:nvPicPr>
          <p:cNvPr id="4" name="Picture 3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The Problem Statement (The 'Why')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SDLC Challenges: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Ambiguity: Vague requirements lead to 40% of project rework.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Bottlenecks: Manual code reviews slow down the 'Lead Time to Production'.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Gaps: Inconsistent test coverage and missing traceability.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Risk: Blind deployments lead to production incidents and developer burnout.</a:t>
            </a:r>
          </a:p>
          <a:p/>
          <a:p>
            <a:pPr>
              <a:defRPr i="1" sz="2200">
                <a:solidFill>
                  <a:srgbClr val="FFA500"/>
                </a:solidFill>
              </a:defRPr>
            </a:pPr>
            <a:r>
              <a:t>TL Quote: "There is a critical need for intelligent automation that catches errors before they reach production."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The Solution: AI-SDLC Platform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Vision: A unified platform that 'Augments' human intelligence.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Core: 8 specialized AI modules running on a high-performance stack.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Stack: FastAPI (Backend) + React (Frontend).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Goal: Zero-friction development with 100% traceability.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200">
                <a:solidFill>
                  <a:srgbClr val="FFFFFF"/>
                </a:solidFill>
              </a:defRPr>
            </a:pPr>
            <a:r>
              <a:t>Frontend: React 18 with Glassmorphism Design System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Backend: FastAPI for asynchronous AI orchestration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Knowledge: RAG Engine with FAISS Vector Store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Connectivity: Event-driven Webhooks (GitHub / Jira)</a:t>
            </a:r>
          </a:p>
          <a:p>
            <a:pPr>
              <a:defRPr sz="2200">
                <a:solidFill>
                  <a:srgbClr val="FFFFFF"/>
                </a:solidFill>
              </a:defRPr>
            </a:pPr>
            <a:r>
              <a:t>AI Engine: OpenAI GPT-4o (Structured Output API)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Module 1: Requirements Analyzer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Detects ambiguities in natural language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Automatically drafts Gherkin User Stories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Calculates a Completeness Score (0-100)</a:t>
            </a:r>
          </a:p>
          <a:p/>
          <a:p>
            <a:pPr>
              <a:defRPr b="1" sz="2200">
                <a:solidFill>
                  <a:srgbClr val="00FF7F"/>
                </a:solidFill>
              </a:defRPr>
            </a:pPr>
            <a:r>
              <a:t>Value: Replaces vague talk with testable requirements.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Module 2: AI Code Reviewer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Security-first architectural review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Provides 'Before vs. After' code diffs with fixes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Checks for missing unit tests</a:t>
            </a:r>
          </a:p>
          <a:p/>
          <a:p>
            <a:pPr>
              <a:defRPr b="1" sz="2200">
                <a:solidFill>
                  <a:srgbClr val="00FF7F"/>
                </a:solidFill>
              </a:defRPr>
            </a:pPr>
            <a:r>
              <a:t>Value: Shields production from security flaws.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Module 3: Smart Test Generator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Generates full pytest / jest files automatically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Covers edge cases (null values, boundary limits)</a:t>
            </a:r>
          </a:p>
          <a:p/>
          <a:p>
            <a:pPr>
              <a:defRPr b="1" sz="2200">
                <a:solidFill>
                  <a:srgbClr val="00FF7F"/>
                </a:solidFill>
              </a:defRPr>
            </a:pPr>
            <a:r>
              <a:t>Value: Ensures high-quality coverage without manual overhead.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Module 4: Deployment Risk Scorer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Calculates a 0-100 risk score based on change signals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Generates Rollback Plan and Monitoring Checklist</a:t>
            </a:r>
          </a:p>
          <a:p/>
          <a:p>
            <a:pPr>
              <a:defRPr b="1" sz="2200">
                <a:solidFill>
                  <a:srgbClr val="00FF7F"/>
                </a:solidFill>
              </a:defRPr>
            </a:pPr>
            <a:r>
              <a:t>Value: Minimizes downtime and deployment anxiety.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Module 5: Traceability Engine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Maps: Requirement → Story → Commit → Test → Deployment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Visually traces the 'Chain of Custody'</a:t>
            </a:r>
          </a:p>
          <a:p/>
          <a:p>
            <a:pPr>
              <a:defRPr b="1" sz="2200">
                <a:solidFill>
                  <a:srgbClr val="00FF7F"/>
                </a:solidFill>
              </a:defRPr>
            </a:pPr>
            <a:r>
              <a:t>Value: Simplifies audits and ensures business alignment.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Module 6: Multi-Agent Bug Fixer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Collaborative workflow: Analyst → Researcher → Fixer → QA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Automated root cause analysis from bug reports</a:t>
            </a:r>
          </a:p>
          <a:p/>
          <a:p>
            <a:pPr>
              <a:defRPr b="1" sz="2200">
                <a:solidFill>
                  <a:srgbClr val="00FF7F"/>
                </a:solidFill>
              </a:defRPr>
            </a:pPr>
            <a:r>
              <a:t>Value: Slashes 'Mean Time To Repair' (MTTR) by 70%.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Module 7: Integrations &amp; RAG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Live GitHub and Jira Webhook data streams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Codebase indexing for context-aware AI decisions</a:t>
            </a:r>
          </a:p>
          <a:p/>
          <a:p>
            <a:pPr>
              <a:defRPr b="1" sz="2200">
                <a:solidFill>
                  <a:srgbClr val="00FF7F"/>
                </a:solidFill>
              </a:defRPr>
            </a:pPr>
            <a:r>
              <a:t>Value: Unified source of truth for the entire SDLC.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Module 8: AI System Architect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000">
                <a:solidFill>
                  <a:srgbClr val="FFFFFF"/>
                </a:solidFill>
              </a:defRPr>
            </a:pPr>
            <a:r>
              <a:t>Converts natural language into live Mermaid.js diagrams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Automates architectural documentation and visualization</a:t>
            </a:r>
          </a:p>
          <a:p/>
          <a:p>
            <a:pPr>
              <a:defRPr b="1" sz="2200">
                <a:solidFill>
                  <a:srgbClr val="00FF7F"/>
                </a:solidFill>
              </a:defRPr>
            </a:pPr>
            <a:r>
              <a:t>Value: Bridges the gap between business logic and technical design.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0B7EB"/>
                </a:solidFill>
              </a:defRPr>
            </a:pPr>
            <a: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2400">
                <a:solidFill>
                  <a:srgbClr val="FFFFFF"/>
                </a:solidFill>
              </a:defRPr>
            </a:pPr>
            <a:r>
              <a:t>Phase 4: Autonomous Pull Request Creation &amp; Management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Phase 5: Self-Healing Production (Auto-rollback on metric drift)</a:t>
            </a:r>
          </a:p>
          <a:p>
            <a:pPr>
              <a:defRPr sz="2400">
                <a:solidFill>
                  <a:srgbClr val="FFFFFF"/>
                </a:solidFill>
              </a:defRPr>
            </a:pPr>
            <a:r>
              <a:t>Phase 6: Multi-Repo Cross-Project Intelligence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Conclusion / Q&amp;A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>
                <a:solidFill>
                  <a:srgbClr val="C8C8C8"/>
                </a:solidFill>
              </a:defRPr>
            </a:pPr>
            <a:r>
              <a:t>Summary: Moving from manual to AI-Augmented SDLC</a:t>
            </a:r>
          </a:p>
          <a:p/>
          <a:p>
            <a:r>
              <a:t>"Technology is best when it empowers developers to focus on creativity while AI handles the complexity."</a:t>
            </a:r>
          </a:p>
        </p:txBody>
      </p:sp>
      <p:pic>
        <p:nvPicPr>
          <p:cNvPr id="4" name="Picture 3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